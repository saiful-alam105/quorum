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6304" cy="109728"/>
          </a:xfrm>
          <a:prstGeom prst="rect">
            <a:avLst/>
          </a:prstGeom>
          <a:solidFill>
            <a:srgbClr val="716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304" y="0"/>
            <a:ext cx="6095390" cy="109728"/>
          </a:xfrm>
          <a:prstGeom prst="rect">
            <a:avLst/>
          </a:prstGeom>
          <a:solidFill>
            <a:srgbClr val="3EC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568696" y="731520"/>
            <a:ext cx="1051560" cy="1051560"/>
          </a:xfrm>
          <a:prstGeom prst="roundRect">
            <a:avLst>
              <a:gd name="adj" fmla="val 25000"/>
            </a:avLst>
          </a:prstGeom>
          <a:solidFill>
            <a:srgbClr val="716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200" b="1">
                <a:solidFill>
                  <a:srgbClr val="FFFFFF"/>
                </a:solidFill>
                <a:latin typeface="Segoe UI"/>
              </a:rPr>
              <a:t>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A594F9"/>
                </a:solidFill>
                <a:latin typeface="Segoe UI"/>
              </a:rPr>
              <a:t>Quorum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8F96A6"/>
                </a:solidFill>
                <a:latin typeface="Segoe UI"/>
              </a:rPr>
              <a:t>AI-Powered GitHub Pull Request Reviewer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5204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E8ECF3"/>
                </a:solidFill>
                <a:latin typeface="Segoe UI"/>
              </a:rPr>
              <a:t>Faculty:  Zobaer Ibn Razzaque</a:t>
            </a:r>
          </a:p>
          <a:p>
            <a:pPr algn="ctr"/>
            <a:r>
              <a:rPr sz="1600" b="0">
                <a:solidFill>
                  <a:srgbClr val="E8ECF3"/>
                </a:solidFill>
                <a:latin typeface="Segoe UI"/>
              </a:rPr>
              <a:t>CSE 3422 Software Engineering Laboratory — Section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091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Team Members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108960" y="5212080"/>
          <a:ext cx="5943599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1576"/>
                <a:gridCol w="1515035"/>
                <a:gridCol w="2796988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A594F9"/>
                          </a:solidFill>
                          <a:latin typeface="Segoe UI"/>
                        </a:rPr>
                        <a:t>Member</a:t>
                      </a:r>
                    </a:p>
                  </a:txBody>
                  <a:tcPr anchor="ctr">
                    <a:solidFill>
                      <a:srgbClr val="1B1F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A594F9"/>
                          </a:solidFill>
                          <a:latin typeface="Segoe UI"/>
                        </a:rPr>
                        <a:t>ID</a:t>
                      </a:r>
                    </a:p>
                  </a:txBody>
                  <a:tcPr anchor="ctr">
                    <a:solidFill>
                      <a:srgbClr val="1B1F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A594F9"/>
                          </a:solidFill>
                          <a:latin typeface="Segoe UI"/>
                        </a:rPr>
                        <a:t>Role</a:t>
                      </a:r>
                    </a:p>
                  </a:txBody>
                  <a:tcPr anchor="ctr">
                    <a:solidFill>
                      <a:srgbClr val="1B1F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Saiful Alam</a:t>
                      </a:r>
                    </a:p>
                  </a:txBody>
                  <a:tcPr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8ECF3"/>
                          </a:solidFill>
                          <a:latin typeface="Segoe UI"/>
                        </a:rPr>
                        <a:t>0112320105</a:t>
                      </a:r>
                    </a:p>
                  </a:txBody>
                  <a:tcPr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8ECF3"/>
                          </a:solidFill>
                          <a:latin typeface="Segoe UI"/>
                        </a:rPr>
                        <a:t>Backend, AI Analysis Pipeline, Web Dashboard</a:t>
                      </a:r>
                    </a:p>
                  </a:txBody>
                  <a:tcPr anchor="ctr">
                    <a:solidFill>
                      <a:srgbClr val="12151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Sabbir Ahmed</a:t>
                      </a:r>
                    </a:p>
                  </a:txBody>
                  <a:tcPr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8ECF3"/>
                          </a:solidFill>
                          <a:latin typeface="Segoe UI"/>
                        </a:rPr>
                        <a:t>011222279</a:t>
                      </a:r>
                    </a:p>
                  </a:txBody>
                  <a:tcPr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8ECF3"/>
                          </a:solidFill>
                          <a:latin typeface="Segoe UI"/>
                        </a:rPr>
                        <a:t>Documentation &amp; Project Support</a:t>
                      </a:r>
                    </a:p>
                  </a:txBody>
                  <a:tcPr anchor="ctr">
                    <a:solidFill>
                      <a:srgbClr val="12151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6304" cy="109728"/>
          </a:xfrm>
          <a:prstGeom prst="rect">
            <a:avLst/>
          </a:prstGeom>
          <a:solidFill>
            <a:srgbClr val="716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304" y="0"/>
            <a:ext cx="6095390" cy="109728"/>
          </a:xfrm>
          <a:prstGeom prst="rect">
            <a:avLst/>
          </a:prstGeom>
          <a:solidFill>
            <a:srgbClr val="3EC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A594F9"/>
                </a:solidFill>
                <a:latin typeface="Segoe UI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Segoe U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CF3"/>
                </a:solidFill>
                <a:latin typeface="Segoe UI"/>
              </a:rPr>
              <a:t>•  Merging code is risky — hidden bugs, security vulnerabilities, broken tests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CF3"/>
                </a:solidFill>
                <a:latin typeface="Segoe UI"/>
              </a:rPr>
              <a:t>•  "Looks fine to me" is not 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32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Segoe UI"/>
              </a:rPr>
              <a:t>Quorum's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3192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CF3"/>
                </a:solidFill>
                <a:latin typeface="Segoe UI"/>
              </a:rPr>
              <a:t>•  Scans every Pull Request for security issues (Semgrep)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CF3"/>
                </a:solidFill>
                <a:latin typeface="Segoe UI"/>
              </a:rPr>
              <a:t>•  Writes real tests and runs them in a secure Docker sandbox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CF3"/>
                </a:solidFill>
                <a:latin typeface="Segoe UI"/>
              </a:rPr>
              <a:t>•  Measures test coverage automatically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CF3"/>
                </a:solidFill>
                <a:latin typeface="Segoe UI"/>
              </a:rPr>
              <a:t>•  Gives one clear, evidence-based answer: Merge Readiness Score 0–100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035040"/>
            <a:ext cx="73152" cy="548640"/>
          </a:xfrm>
          <a:prstGeom prst="rect">
            <a:avLst/>
          </a:prstGeom>
          <a:solidFill>
            <a:srgbClr val="3EC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989320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7EE2A8"/>
                </a:solidFill>
                <a:latin typeface="Segoe UI"/>
              </a:rPr>
              <a:t>Turn “trust me” into “prove it.”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6304" cy="109728"/>
          </a:xfrm>
          <a:prstGeom prst="rect">
            <a:avLst/>
          </a:prstGeom>
          <a:solidFill>
            <a:srgbClr val="716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304" y="0"/>
            <a:ext cx="6095390" cy="109728"/>
          </a:xfrm>
          <a:prstGeom prst="rect">
            <a:avLst/>
          </a:prstGeom>
          <a:solidFill>
            <a:srgbClr val="3EC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A594F9"/>
                </a:solidFill>
                <a:latin typeface="Segoe UI"/>
              </a:rPr>
              <a:t>Feature Breakdown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CF3"/>
                </a:solidFill>
                <a:latin typeface="Segoe UI"/>
              </a:rPr>
              <a:t>•  GitHub App + OAuth login — sign in with GitHub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CF3"/>
                </a:solidFill>
                <a:latin typeface="Segoe UI"/>
              </a:rPr>
              <a:t>•  Repository discovery — see all repos, one-click Connect / Disconnect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CF3"/>
                </a:solidFill>
                <a:latin typeface="Segoe UI"/>
              </a:rPr>
              <a:t>•  Create Pull Requests from Quorum — Base + Compare, suggested titles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CF3"/>
                </a:solidFill>
                <a:latin typeface="Segoe UI"/>
              </a:rPr>
              <a:t>•  Merge / Close PRs — no need to leave the app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E8ECF3"/>
                </a:solidFill>
                <a:latin typeface="Segoe UI"/>
              </a:rPr>
              <a:t>•  AI Analysis Pipeline: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8ECF3"/>
                </a:solidFill>
                <a:latin typeface="Segoe UI"/>
              </a:rPr>
              <a:t>•     Extract diff  →  Semgrep security scan  →  Security Agent (LLM)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8ECF3"/>
                </a:solidFill>
                <a:latin typeface="Segoe UI"/>
              </a:rPr>
              <a:t>•     Generate tests  →  run in Docker sandbox  →  measure coverage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CF3"/>
                </a:solidFill>
                <a:latin typeface="Segoe UI"/>
              </a:rPr>
              <a:t>•  Merge Readiness Score 0–100 with an explainable breakdown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CF3"/>
                </a:solidFill>
                <a:latin typeface="Segoe UI"/>
              </a:rPr>
              <a:t>•  Auto review comment posted on the PR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CF3"/>
                </a:solidFill>
                <a:latin typeface="Segoe UI"/>
              </a:rPr>
              <a:t>•  Ask Quorum — evidence-grounded chatbot for each review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6304" cy="109728"/>
          </a:xfrm>
          <a:prstGeom prst="rect">
            <a:avLst/>
          </a:prstGeom>
          <a:solidFill>
            <a:srgbClr val="716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304" y="0"/>
            <a:ext cx="6095390" cy="109728"/>
          </a:xfrm>
          <a:prstGeom prst="rect">
            <a:avLst/>
          </a:prstGeom>
          <a:solidFill>
            <a:srgbClr val="3EC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A594F9"/>
                </a:solidFill>
                <a:latin typeface="Segoe UI"/>
              </a:rPr>
              <a:t>What's Different from Other PR Review Apps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A594F9"/>
                          </a:solidFill>
                          <a:latin typeface="Segoe UI"/>
                        </a:rPr>
                        <a:t>Other AI reviewers</a:t>
                      </a:r>
                    </a:p>
                  </a:txBody>
                  <a:tcPr anchor="ctr">
                    <a:solidFill>
                      <a:srgbClr val="1B1F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A594F9"/>
                          </a:solidFill>
                          <a:latin typeface="Segoe UI"/>
                        </a:rPr>
                        <a:t>Quorum</a:t>
                      </a:r>
                    </a:p>
                  </a:txBody>
                  <a:tcPr anchor="ctr">
                    <a:solidFill>
                      <a:srgbClr val="1B1F2A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Just post an AI comment</a:t>
                      </a:r>
                    </a:p>
                  </a:txBody>
                  <a:tcPr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E8ECF3"/>
                          </a:solidFill>
                          <a:latin typeface="Segoe UI"/>
                        </a:rPr>
                        <a:t>Generates &amp; runs real tests, measures coverage</a:t>
                      </a:r>
                    </a:p>
                  </a:txBody>
                  <a:tcPr anchor="ctr">
                    <a:solidFill>
                      <a:srgbClr val="12151C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LLM decides a score</a:t>
                      </a:r>
                    </a:p>
                  </a:txBody>
                  <a:tcPr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E8ECF3"/>
                          </a:solidFill>
                          <a:latin typeface="Segoe UI"/>
                        </a:rPr>
                        <a:t>Deterministic 0–100 score with exact breakdown</a:t>
                      </a:r>
                    </a:p>
                  </a:txBody>
                  <a:tcPr anchor="ctr">
                    <a:solidFill>
                      <a:srgbClr val="12151C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Findings can be hallucinated</a:t>
                      </a:r>
                    </a:p>
                  </a:txBody>
                  <a:tcPr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E8ECF3"/>
                          </a:solidFill>
                          <a:latin typeface="Segoe UI"/>
                        </a:rPr>
                        <a:t>Every finding maps to real Semgrep evidence</a:t>
                      </a:r>
                    </a:p>
                  </a:txBody>
                  <a:tcPr anchor="ctr">
                    <a:solidFill>
                      <a:srgbClr val="12151C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Only comments on GitHub</a:t>
                      </a:r>
                    </a:p>
                  </a:txBody>
                  <a:tcPr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E8ECF3"/>
                          </a:solidFill>
                          <a:latin typeface="Segoe UI"/>
                        </a:rPr>
                        <a:t>Full workflow app — connect, create, merge, close</a:t>
                      </a:r>
                    </a:p>
                  </a:txBody>
                  <a:tcPr anchor="ctr">
                    <a:solidFill>
                      <a:srgbClr val="12151C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Run code on your machine</a:t>
                      </a:r>
                    </a:p>
                  </a:txBody>
                  <a:tcPr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E8ECF3"/>
                          </a:solidFill>
                          <a:latin typeface="Segoe UI"/>
                        </a:rPr>
                        <a:t>Runs in a hardened, sandboxed Docker container</a:t>
                      </a:r>
                    </a:p>
                  </a:txBody>
                  <a:tcPr anchor="ctr">
                    <a:solidFill>
                      <a:srgbClr val="12151C"/>
                    </a:solidFill>
                  </a:tcPr>
                </a:tc>
              </a:tr>
              <a:tr h="57477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Generic chatbot</a:t>
                      </a:r>
                    </a:p>
                  </a:txBody>
                  <a:tcPr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E8ECF3"/>
                          </a:solidFill>
                          <a:latin typeface="Segoe UI"/>
                        </a:rPr>
                        <a:t>Chatbot grounded only in that review's evidence</a:t>
                      </a:r>
                    </a:p>
                  </a:txBody>
                  <a:tcPr anchor="ctr">
                    <a:solidFill>
                      <a:srgbClr val="12151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6304" cy="109728"/>
          </a:xfrm>
          <a:prstGeom prst="rect">
            <a:avLst/>
          </a:prstGeom>
          <a:solidFill>
            <a:srgbClr val="716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304" y="0"/>
            <a:ext cx="6095390" cy="109728"/>
          </a:xfrm>
          <a:prstGeom prst="rect">
            <a:avLst/>
          </a:prstGeom>
          <a:solidFill>
            <a:srgbClr val="3EC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A594F9"/>
                </a:solidFill>
                <a:latin typeface="Segoe UI"/>
              </a:rPr>
              <a:t>Git — Timeline &amp;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Project timeline:  Aug 8 → Sep 29, 2026 (~7 weeks)   ·   196 commits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03120"/>
          <a:ext cx="11064238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7883"/>
                <a:gridCol w="1875294"/>
                <a:gridCol w="6751061"/>
              </a:tblGrid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A594F9"/>
                          </a:solidFill>
                          <a:latin typeface="Segoe UI"/>
                        </a:rPr>
                        <a:t>Member</a:t>
                      </a:r>
                    </a:p>
                  </a:txBody>
                  <a:tcPr anchor="ctr">
                    <a:solidFill>
                      <a:srgbClr val="1B1F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A594F9"/>
                          </a:solidFill>
                          <a:latin typeface="Segoe UI"/>
                        </a:rPr>
                        <a:t>Commits</a:t>
                      </a:r>
                    </a:p>
                  </a:txBody>
                  <a:tcPr anchor="ctr">
                    <a:solidFill>
                      <a:srgbClr val="1B1F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A594F9"/>
                          </a:solidFill>
                          <a:latin typeface="Segoe UI"/>
                        </a:rPr>
                        <a:t>Main contribution</a:t>
                      </a:r>
                    </a:p>
                  </a:txBody>
                  <a:tcPr anchor="ctr">
                    <a:solidFill>
                      <a:srgbClr val="1B1F2A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Saiful Alam</a:t>
                      </a:r>
                    </a:p>
                  </a:txBody>
                  <a:tcPr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E8ECF3"/>
                          </a:solidFill>
                          <a:latin typeface="Segoe UI"/>
                        </a:rPr>
                        <a:t>165</a:t>
                      </a:r>
                    </a:p>
                  </a:txBody>
                  <a:tcPr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E8ECF3"/>
                          </a:solidFill>
                          <a:latin typeface="Segoe UI"/>
                        </a:rPr>
                        <a:t>Backend architecture, GitHub App/OAuth, AI pipeline (Semgrep, sandbox, scoring), dashboard, webhooks</a:t>
                      </a:r>
                    </a:p>
                  </a:txBody>
                  <a:tcPr anchor="ctr">
                    <a:solidFill>
                      <a:srgbClr val="12151C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Sabbir Ahmed</a:t>
                      </a:r>
                    </a:p>
                  </a:txBody>
                  <a:tcPr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E8ECF3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E8ECF3"/>
                          </a:solidFill>
                          <a:latin typeface="Segoe UI"/>
                        </a:rPr>
                        <a:t>Documentation, demo checklists, architecture &amp; project-update docs</a:t>
                      </a:r>
                    </a:p>
                  </a:txBody>
                  <a:tcPr anchor="ctr">
                    <a:solidFill>
                      <a:srgbClr val="12151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93776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8F96A6"/>
                </a:solidFill>
                <a:latin typeface="Segoe UI"/>
              </a:rPr>
              <a:t>Live demo: git log · GitHub Insights → Contributors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6304" cy="109728"/>
          </a:xfrm>
          <a:prstGeom prst="rect">
            <a:avLst/>
          </a:prstGeom>
          <a:solidFill>
            <a:srgbClr val="716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304" y="0"/>
            <a:ext cx="6095390" cy="109728"/>
          </a:xfrm>
          <a:prstGeom prst="rect">
            <a:avLst/>
          </a:prstGeom>
          <a:solidFill>
            <a:srgbClr val="3EC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A594F9"/>
                </a:solidFill>
                <a:latin typeface="Segoe UI"/>
              </a:rPr>
              <a:t>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8ECF3"/>
                </a:solidFill>
                <a:latin typeface="Segoe UI"/>
              </a:rPr>
              <a:t>•  Backend — pytest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CF3"/>
                </a:solidFill>
                <a:latin typeface="Segoe UI"/>
              </a:rPr>
              <a:t>•     679 tests passing (webhooks, auth, API, pipeline stages, security, scoring, chat)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E8ECF3"/>
                </a:solidFill>
                <a:latin typeface="Segoe UI"/>
              </a:rPr>
              <a:t>•  Frontend — npm test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CF3"/>
                </a:solidFill>
                <a:latin typeface="Segoe UI"/>
              </a:rPr>
              <a:t>•     119 tests passing (Vitest + Testing Library)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CF3"/>
                </a:solidFill>
                <a:latin typeface="Segoe UI"/>
              </a:rPr>
              <a:t>•  Per-PR coverage — measured live inside the sandbox for every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1206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8F96A6"/>
                </a:solidFill>
                <a:latin typeface="Segoe UI"/>
              </a:rPr>
              <a:t>Live demo: run the suites in the terminal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6304" cy="109728"/>
          </a:xfrm>
          <a:prstGeom prst="rect">
            <a:avLst/>
          </a:prstGeom>
          <a:solidFill>
            <a:srgbClr val="716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304" y="0"/>
            <a:ext cx="6095390" cy="109728"/>
          </a:xfrm>
          <a:prstGeom prst="rect">
            <a:avLst/>
          </a:prstGeom>
          <a:solidFill>
            <a:srgbClr val="3EC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0"/>
            <a:ext cx="11064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000" b="1">
                <a:solidFill>
                  <a:srgbClr val="A594F9"/>
                </a:solidFill>
                <a:latin typeface="Segoe UI"/>
              </a:rPr>
              <a:t>Thank You!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5661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E8ECF3"/>
                </a:solidFill>
                <a:latin typeface="Segoe UI"/>
              </a:rPr>
              <a:t>Quorum — evidence-based Pull Request reviews, from 0 to 100.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