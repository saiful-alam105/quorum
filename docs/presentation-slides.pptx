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/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Feature Breakdown (show the app while presenting)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What's different from other PR review 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Git / Timeline (show live git while presenting)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Testing (run in terminal while presenting)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Thank You
CSE 3422 Software Engineering Laboratory — Section C
Faculty: Zobaer Ibn Razzaque
Team: Saiful Alam (0112320105), Sabbir Ahmed (011222279)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Quorum</dc:title>
  <dc:subject>PptxGenJS Presentation</dc:subject>
  <dc:creator>Created by Marp</dc:creator>
  <cp:lastModifiedBy>Created by Marp</cp:lastModifiedBy>
  <cp:revision>1</cp:revision>
  <dcterms:created xsi:type="dcterms:W3CDTF">2026-09-29T16:28:11Z</dcterms:created>
  <dcterms:modified xsi:type="dcterms:W3CDTF">2026-09-29T16:28:11Z</dcterms:modified>
</cp:coreProperties>
</file>